
<file path=[Content_Types].xml><?xml version="1.0" encoding="utf-8"?>
<Types xmlns="http://schemas.openxmlformats.org/package/2006/content-types">
  <Default Extension="app" ContentType="image/png"/>
  <Default Extension="com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76" r:id="rId3"/>
    <p:sldId id="277" r:id="rId4"/>
    <p:sldId id="278" r:id="rId5"/>
    <p:sldId id="279" r:id="rId6"/>
    <p:sldId id="257" r:id="rId7"/>
    <p:sldId id="258" r:id="rId8"/>
    <p:sldId id="259" r:id="rId9"/>
    <p:sldId id="260" r:id="rId10"/>
    <p:sldId id="262" r:id="rId11"/>
    <p:sldId id="261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80" r:id="rId25"/>
    <p:sldId id="282" r:id="rId26"/>
    <p:sldId id="275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6C0229-B436-429C-8F93-094BD66CF2B1}" v="4" dt="2026-08-31T05:49:05.0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41" autoAdjust="0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82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ya Narayana" userId="7817d878a6a8584f" providerId="LiveId" clId="{15B43482-D5CB-4AFA-874B-86A1A11A6413}"/>
    <pc:docChg chg="undo custSel addSld delSld modSld sldOrd">
      <pc:chgData name="Satya Narayana" userId="7817d878a6a8584f" providerId="LiveId" clId="{15B43482-D5CB-4AFA-874B-86A1A11A6413}" dt="2026-08-31T05:49:12.932" v="177" actId="47"/>
      <pc:docMkLst>
        <pc:docMk/>
      </pc:docMkLst>
      <pc:sldChg chg="addSp modSp mod">
        <pc:chgData name="Satya Narayana" userId="7817d878a6a8584f" providerId="LiveId" clId="{15B43482-D5CB-4AFA-874B-86A1A11A6413}" dt="2026-08-31T05:01:35.532" v="18" actId="207"/>
        <pc:sldMkLst>
          <pc:docMk/>
          <pc:sldMk cId="0" sldId="268"/>
        </pc:sldMkLst>
        <pc:spChg chg="add mod">
          <ac:chgData name="Satya Narayana" userId="7817d878a6a8584f" providerId="LiveId" clId="{15B43482-D5CB-4AFA-874B-86A1A11A6413}" dt="2026-08-31T05:01:35.532" v="18" actId="207"/>
          <ac:spMkLst>
            <pc:docMk/>
            <pc:sldMk cId="0" sldId="268"/>
            <ac:spMk id="30" creationId="{C3EE3957-50E0-E7DE-2774-F5188805C204}"/>
          </ac:spMkLst>
        </pc:spChg>
        <pc:cxnChg chg="add mod">
          <ac:chgData name="Satya Narayana" userId="7817d878a6a8584f" providerId="LiveId" clId="{15B43482-D5CB-4AFA-874B-86A1A11A6413}" dt="2026-08-31T05:01:08.402" v="10" actId="14100"/>
          <ac:cxnSpMkLst>
            <pc:docMk/>
            <pc:sldMk cId="0" sldId="268"/>
            <ac:cxnSpMk id="28" creationId="{4C47E18E-97B1-6A23-73F2-15485C8F1A15}"/>
          </ac:cxnSpMkLst>
        </pc:cxnChg>
      </pc:sldChg>
      <pc:sldChg chg="add del ord">
        <pc:chgData name="Satya Narayana" userId="7817d878a6a8584f" providerId="LiveId" clId="{15B43482-D5CB-4AFA-874B-86A1A11A6413}" dt="2026-08-31T05:49:11.224" v="176"/>
        <pc:sldMkLst>
          <pc:docMk/>
          <pc:sldMk cId="0" sldId="275"/>
        </pc:sldMkLst>
      </pc:sldChg>
      <pc:sldChg chg="addSp new mod">
        <pc:chgData name="Satya Narayana" userId="7817d878a6a8584f" providerId="LiveId" clId="{15B43482-D5CB-4AFA-874B-86A1A11A6413}" dt="2026-08-30T18:22:39.778" v="1" actId="22"/>
        <pc:sldMkLst>
          <pc:docMk/>
          <pc:sldMk cId="148542308" sldId="276"/>
        </pc:sldMkLst>
        <pc:picChg chg="add">
          <ac:chgData name="Satya Narayana" userId="7817d878a6a8584f" providerId="LiveId" clId="{15B43482-D5CB-4AFA-874B-86A1A11A6413}" dt="2026-08-30T18:22:39.778" v="1" actId="22"/>
          <ac:picMkLst>
            <pc:docMk/>
            <pc:sldMk cId="148542308" sldId="276"/>
            <ac:picMk id="3" creationId="{44802BE2-6F78-73B3-470F-DB344A6E95E3}"/>
          </ac:picMkLst>
        </pc:picChg>
      </pc:sldChg>
      <pc:sldChg chg="addSp delSp add mod">
        <pc:chgData name="Satya Narayana" userId="7817d878a6a8584f" providerId="LiveId" clId="{15B43482-D5CB-4AFA-874B-86A1A11A6413}" dt="2026-08-30T18:24:11.460" v="4" actId="22"/>
        <pc:sldMkLst>
          <pc:docMk/>
          <pc:sldMk cId="3762507876" sldId="277"/>
        </pc:sldMkLst>
        <pc:picChg chg="del">
          <ac:chgData name="Satya Narayana" userId="7817d878a6a8584f" providerId="LiveId" clId="{15B43482-D5CB-4AFA-874B-86A1A11A6413}" dt="2026-08-30T18:24:10.679" v="3" actId="478"/>
          <ac:picMkLst>
            <pc:docMk/>
            <pc:sldMk cId="3762507876" sldId="277"/>
            <ac:picMk id="3" creationId="{23E56245-9BCF-E083-F591-F553566B2164}"/>
          </ac:picMkLst>
        </pc:picChg>
        <pc:picChg chg="add">
          <ac:chgData name="Satya Narayana" userId="7817d878a6a8584f" providerId="LiveId" clId="{15B43482-D5CB-4AFA-874B-86A1A11A6413}" dt="2026-08-30T18:24:11.460" v="4" actId="22"/>
          <ac:picMkLst>
            <pc:docMk/>
            <pc:sldMk cId="3762507876" sldId="277"/>
            <ac:picMk id="4" creationId="{9D962F0A-99DB-76CF-B7CF-1E8CD7E17FB6}"/>
          </ac:picMkLst>
        </pc:picChg>
      </pc:sldChg>
      <pc:sldChg chg="addSp new mod">
        <pc:chgData name="Satya Narayana" userId="7817d878a6a8584f" providerId="LiveId" clId="{15B43482-D5CB-4AFA-874B-86A1A11A6413}" dt="2026-08-30T18:24:33.309" v="6" actId="22"/>
        <pc:sldMkLst>
          <pc:docMk/>
          <pc:sldMk cId="1443428394" sldId="278"/>
        </pc:sldMkLst>
        <pc:picChg chg="add">
          <ac:chgData name="Satya Narayana" userId="7817d878a6a8584f" providerId="LiveId" clId="{15B43482-D5CB-4AFA-874B-86A1A11A6413}" dt="2026-08-30T18:24:33.309" v="6" actId="22"/>
          <ac:picMkLst>
            <pc:docMk/>
            <pc:sldMk cId="1443428394" sldId="278"/>
            <ac:picMk id="3" creationId="{8DF77F09-2A85-36C5-C7CD-3D5A45DB593E}"/>
          </ac:picMkLst>
        </pc:picChg>
      </pc:sldChg>
      <pc:sldChg chg="addSp new mod">
        <pc:chgData name="Satya Narayana" userId="7817d878a6a8584f" providerId="LiveId" clId="{15B43482-D5CB-4AFA-874B-86A1A11A6413}" dt="2026-08-30T18:24:52.195" v="8" actId="22"/>
        <pc:sldMkLst>
          <pc:docMk/>
          <pc:sldMk cId="2808012850" sldId="279"/>
        </pc:sldMkLst>
        <pc:picChg chg="add">
          <ac:chgData name="Satya Narayana" userId="7817d878a6a8584f" providerId="LiveId" clId="{15B43482-D5CB-4AFA-874B-86A1A11A6413}" dt="2026-08-30T18:24:52.195" v="8" actId="22"/>
          <ac:picMkLst>
            <pc:docMk/>
            <pc:sldMk cId="2808012850" sldId="279"/>
            <ac:picMk id="3" creationId="{6A7827BF-3365-BD9E-73B2-B65A3556F511}"/>
          </ac:picMkLst>
        </pc:picChg>
      </pc:sldChg>
      <pc:sldChg chg="addSp modSp new mod">
        <pc:chgData name="Satya Narayana" userId="7817d878a6a8584f" providerId="LiveId" clId="{15B43482-D5CB-4AFA-874B-86A1A11A6413}" dt="2026-08-31T05:40:04.957" v="96" actId="1076"/>
        <pc:sldMkLst>
          <pc:docMk/>
          <pc:sldMk cId="2115565819" sldId="280"/>
        </pc:sldMkLst>
        <pc:spChg chg="add mod">
          <ac:chgData name="Satya Narayana" userId="7817d878a6a8584f" providerId="LiveId" clId="{15B43482-D5CB-4AFA-874B-86A1A11A6413}" dt="2026-08-31T05:40:01.777" v="95" actId="1076"/>
          <ac:spMkLst>
            <pc:docMk/>
            <pc:sldMk cId="2115565819" sldId="280"/>
            <ac:spMk id="3" creationId="{3915631C-901B-9BCB-03C7-7D08ED98BD10}"/>
          </ac:spMkLst>
        </pc:spChg>
        <pc:spChg chg="add mod">
          <ac:chgData name="Satya Narayana" userId="7817d878a6a8584f" providerId="LiveId" clId="{15B43482-D5CB-4AFA-874B-86A1A11A6413}" dt="2026-08-31T05:40:04.957" v="96" actId="1076"/>
          <ac:spMkLst>
            <pc:docMk/>
            <pc:sldMk cId="2115565819" sldId="280"/>
            <ac:spMk id="6" creationId="{8D5C030D-1576-BD66-86DD-4FB8650EEE96}"/>
          </ac:spMkLst>
        </pc:spChg>
        <pc:spChg chg="add mod">
          <ac:chgData name="Satya Narayana" userId="7817d878a6a8584f" providerId="LiveId" clId="{15B43482-D5CB-4AFA-874B-86A1A11A6413}" dt="2026-08-31T05:39:49.989" v="92" actId="207"/>
          <ac:spMkLst>
            <pc:docMk/>
            <pc:sldMk cId="2115565819" sldId="280"/>
            <ac:spMk id="8" creationId="{483545B3-5EB1-113E-DF62-5C13581661D2}"/>
          </ac:spMkLst>
        </pc:spChg>
        <pc:picChg chg="add mod">
          <ac:chgData name="Satya Narayana" userId="7817d878a6a8584f" providerId="LiveId" clId="{15B43482-D5CB-4AFA-874B-86A1A11A6413}" dt="2026-08-31T05:39:59.400" v="94" actId="14100"/>
          <ac:picMkLst>
            <pc:docMk/>
            <pc:sldMk cId="2115565819" sldId="280"/>
            <ac:picMk id="2" creationId="{7C8A608F-A3D1-DC48-731D-824871EEC035}"/>
          </ac:picMkLst>
        </pc:picChg>
        <pc:picChg chg="add mod">
          <ac:chgData name="Satya Narayana" userId="7817d878a6a8584f" providerId="LiveId" clId="{15B43482-D5CB-4AFA-874B-86A1A11A6413}" dt="2026-08-31T05:39:57.085" v="93" actId="14100"/>
          <ac:picMkLst>
            <pc:docMk/>
            <pc:sldMk cId="2115565819" sldId="280"/>
            <ac:picMk id="4" creationId="{A4C49FD1-245E-076A-7B84-036BC5E3697A}"/>
          </ac:picMkLst>
        </pc:picChg>
      </pc:sldChg>
      <pc:sldChg chg="new del">
        <pc:chgData name="Satya Narayana" userId="7817d878a6a8584f" providerId="LiveId" clId="{15B43482-D5CB-4AFA-874B-86A1A11A6413}" dt="2026-08-31T05:40:50.063" v="156" actId="47"/>
        <pc:sldMkLst>
          <pc:docMk/>
          <pc:sldMk cId="4023493416" sldId="281"/>
        </pc:sldMkLst>
      </pc:sldChg>
      <pc:sldChg chg="addSp delSp modSp add mod">
        <pc:chgData name="Satya Narayana" userId="7817d878a6a8584f" providerId="LiveId" clId="{15B43482-D5CB-4AFA-874B-86A1A11A6413}" dt="2026-08-31T05:45:05.797" v="169" actId="1076"/>
        <pc:sldMkLst>
          <pc:docMk/>
          <pc:sldMk cId="4092704862" sldId="282"/>
        </pc:sldMkLst>
        <pc:spChg chg="mod">
          <ac:chgData name="Satya Narayana" userId="7817d878a6a8584f" providerId="LiveId" clId="{15B43482-D5CB-4AFA-874B-86A1A11A6413}" dt="2026-08-31T05:40:41.806" v="155" actId="20577"/>
          <ac:spMkLst>
            <pc:docMk/>
            <pc:sldMk cId="4092704862" sldId="282"/>
            <ac:spMk id="3" creationId="{340FCCE2-A160-0DA9-B89B-E528F64E7F94}"/>
          </ac:spMkLst>
        </pc:spChg>
        <pc:spChg chg="mod">
          <ac:chgData name="Satya Narayana" userId="7817d878a6a8584f" providerId="LiveId" clId="{15B43482-D5CB-4AFA-874B-86A1A11A6413}" dt="2026-08-31T05:40:36.369" v="136" actId="20577"/>
          <ac:spMkLst>
            <pc:docMk/>
            <pc:sldMk cId="4092704862" sldId="282"/>
            <ac:spMk id="6" creationId="{1AF74755-765B-8797-846C-73E9B1428697}"/>
          </ac:spMkLst>
        </pc:spChg>
        <pc:spChg chg="mod">
          <ac:chgData name="Satya Narayana" userId="7817d878a6a8584f" providerId="LiveId" clId="{15B43482-D5CB-4AFA-874B-86A1A11A6413}" dt="2026-08-31T05:40:25.921" v="118" actId="20577"/>
          <ac:spMkLst>
            <pc:docMk/>
            <pc:sldMk cId="4092704862" sldId="282"/>
            <ac:spMk id="8" creationId="{B409BFB2-EB2F-4BE7-A602-6C66350E84CF}"/>
          </ac:spMkLst>
        </pc:spChg>
        <pc:picChg chg="del">
          <ac:chgData name="Satya Narayana" userId="7817d878a6a8584f" providerId="LiveId" clId="{15B43482-D5CB-4AFA-874B-86A1A11A6413}" dt="2026-08-31T05:41:48.864" v="160" actId="478"/>
          <ac:picMkLst>
            <pc:docMk/>
            <pc:sldMk cId="4092704862" sldId="282"/>
            <ac:picMk id="2" creationId="{03C3A001-8443-6BAC-066D-A7AE04A71A25}"/>
          </ac:picMkLst>
        </pc:picChg>
        <pc:picChg chg="del">
          <ac:chgData name="Satya Narayana" userId="7817d878a6a8584f" providerId="LiveId" clId="{15B43482-D5CB-4AFA-874B-86A1A11A6413}" dt="2026-08-31T05:41:45" v="157" actId="478"/>
          <ac:picMkLst>
            <pc:docMk/>
            <pc:sldMk cId="4092704862" sldId="282"/>
            <ac:picMk id="4" creationId="{FD74C465-47A1-0700-7106-60872D9F10E9}"/>
          </ac:picMkLst>
        </pc:picChg>
        <pc:picChg chg="add mod">
          <ac:chgData name="Satya Narayana" userId="7817d878a6a8584f" providerId="LiveId" clId="{15B43482-D5CB-4AFA-874B-86A1A11A6413}" dt="2026-08-31T05:41:47.564" v="159" actId="1076"/>
          <ac:picMkLst>
            <pc:docMk/>
            <pc:sldMk cId="4092704862" sldId="282"/>
            <ac:picMk id="7" creationId="{734A18C1-1B44-EE89-71C9-19739642313C}"/>
          </ac:picMkLst>
        </pc:picChg>
        <pc:picChg chg="add mod">
          <ac:chgData name="Satya Narayana" userId="7817d878a6a8584f" providerId="LiveId" clId="{15B43482-D5CB-4AFA-874B-86A1A11A6413}" dt="2026-08-31T05:45:05.797" v="169" actId="1076"/>
          <ac:picMkLst>
            <pc:docMk/>
            <pc:sldMk cId="4092704862" sldId="282"/>
            <ac:picMk id="9" creationId="{FFDF3694-A5D7-CF1D-4E50-D35627A053D5}"/>
          </ac:picMkLst>
        </pc:picChg>
      </pc:sldChg>
      <pc:sldChg chg="add del setBg">
        <pc:chgData name="Satya Narayana" userId="7817d878a6a8584f" providerId="LiveId" clId="{15B43482-D5CB-4AFA-874B-86A1A11A6413}" dt="2026-08-31T05:49:12.932" v="177" actId="47"/>
        <pc:sldMkLst>
          <pc:docMk/>
          <pc:sldMk cId="2649522095" sldId="283"/>
        </pc:sldMkLst>
      </pc:sldChg>
      <pc:sldChg chg="add del setBg">
        <pc:chgData name="Satya Narayana" userId="7817d878a6a8584f" providerId="LiveId" clId="{15B43482-D5CB-4AFA-874B-86A1A11A6413}" dt="2026-08-31T05:49:05.016" v="173"/>
        <pc:sldMkLst>
          <pc:docMk/>
          <pc:sldMk cId="0" sldId="2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5791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com"/><Relationship Id="rId2" Type="http://schemas.openxmlformats.org/officeDocument/2006/relationships/image" Target="../media/image5.com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ap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822960"/>
            <a:ext cx="2834640" cy="2834640"/>
          </a:xfrm>
          <a:prstGeom prst="roundRect">
            <a:avLst>
              <a:gd name="adj" fmla="val 4839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778240" y="822960"/>
            <a:ext cx="2834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 FRAMEWORK · WORKSHOP SESSION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33172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03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7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30-minute introduction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4617720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617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46177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377440" y="4617720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77440" y="4617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46177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114800" y="4617720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1F2E52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14800" y="4617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461772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852160" y="4617720"/>
            <a:ext cx="1417320" cy="640080"/>
          </a:xfrm>
          <a:prstGeom prst="roundRect">
            <a:avLst>
              <a:gd name="adj" fmla="val 14286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52160" y="4617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5778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talk through each concept while running the code live —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8B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just watch, follow along, and ask questions.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802BE2-6F78-73B3-470F-DB344A6E9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92" y="0"/>
            <a:ext cx="110020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42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578F8-17BC-03FE-C817-B6351A0AA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962F0A-99DB-76CF-B7CF-1E8CD7E17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0914"/>
            <a:ext cx="12192000" cy="6436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5078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F77F09-2A85-36C5-C7CD-3D5A45DB5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137"/>
            <a:ext cx="12192000" cy="6359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428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7827BF-3365-BD9E-73B2-B65A3556F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579"/>
            <a:ext cx="12192000" cy="641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012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Flask handles a request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3774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5420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a URL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237744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566160" y="23774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25420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over the web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237744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309360" y="23774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3F4F8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25420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Python app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641080" y="2377440"/>
            <a:ext cx="411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052560" y="237744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52560" y="254203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294436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back to you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2976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Flask's job: receive the request, decide what to do, send back a response.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20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FIRST REQUEST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Flask app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852160" cy="3211830"/>
          </a:xfrm>
          <a:prstGeom prst="roundRect">
            <a:avLst>
              <a:gd name="adj" fmla="val 2562"/>
            </a:avLst>
          </a:prstGeom>
          <a:solidFill>
            <a:srgbClr val="1012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13055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213055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13055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71600" y="204825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home.py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68880"/>
            <a:ext cx="530352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flask import Flask
</a:t>
            </a:r>
            <a:r>
              <a:rPr lang="en-US" sz="14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= Flask(__name__)
</a:t>
            </a:r>
            <a:r>
              <a:rPr lang="en-US" sz="14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4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@app.route("/")
</a:t>
            </a:r>
            <a:r>
              <a:rPr lang="en-US" sz="14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home():
    return "Hello World!"
</a:t>
            </a:r>
            <a:r>
              <a:rPr lang="en-US" sz="14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app.run()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20840" y="21488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208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251192" y="213055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Flask(__name__)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251192" y="2423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Flask app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720840" y="29900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20840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251192" y="29718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251192" y="32644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Flask application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20840" y="383133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720840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251192" y="38130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@app.route()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251192" y="4105656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URL → function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720840" y="467258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20840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④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251192" y="465429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app.run()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251192" y="494690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server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ROUTING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URLs, different functions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423160" cy="868680"/>
          </a:xfrm>
          <a:prstGeom prst="roundRect">
            <a:avLst>
              <a:gd name="adj" fmla="val 1052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69164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383280" y="1691640"/>
            <a:ext cx="2423160" cy="868680"/>
          </a:xfrm>
          <a:prstGeom prst="roundRect">
            <a:avLst>
              <a:gd name="adj" fmla="val 10526"/>
            </a:avLst>
          </a:prstGeom>
          <a:solidFill>
            <a:srgbClr val="F3F4F8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6916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 Route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806440" y="169164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423160" cy="868680"/>
          </a:xfrm>
          <a:prstGeom prst="roundRect">
            <a:avLst>
              <a:gd name="adj" fmla="val 1052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16916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Function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549640" y="169164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869680" y="1691640"/>
            <a:ext cx="2423160" cy="868680"/>
          </a:xfrm>
          <a:prstGeom prst="roundRect">
            <a:avLst>
              <a:gd name="adj" fmla="val 1052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9680" y="169164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5029200" cy="1528763"/>
          </a:xfrm>
          <a:prstGeom prst="roundRect">
            <a:avLst>
              <a:gd name="adj" fmla="val 5383"/>
            </a:avLst>
          </a:prstGeom>
          <a:solidFill>
            <a:srgbClr val="1012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32278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5"/>
          <p:cNvSpPr/>
          <p:nvPr/>
        </p:nvSpPr>
        <p:spPr>
          <a:xfrm>
            <a:off x="950976" y="32278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6"/>
          <p:cNvSpPr/>
          <p:nvPr/>
        </p:nvSpPr>
        <p:spPr>
          <a:xfrm>
            <a:off x="1152144" y="32278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371600" y="31455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566160"/>
            <a:ext cx="4480560" cy="888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@app.route("/")
</a:t>
            </a:r>
            <a:r>
              <a:rPr lang="en-US" sz="135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home():
    return "Hello World!"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172200" y="3063240"/>
            <a:ext cx="5029200" cy="1794510"/>
          </a:xfrm>
          <a:prstGeom prst="roundRect">
            <a:avLst>
              <a:gd name="adj" fmla="val 4586"/>
            </a:avLst>
          </a:prstGeom>
          <a:solidFill>
            <a:srgbClr val="1012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73368" y="32278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3" name="Shape 21"/>
          <p:cNvSpPr/>
          <p:nvPr/>
        </p:nvSpPr>
        <p:spPr>
          <a:xfrm>
            <a:off x="6574536" y="32278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4" name="Shape 22"/>
          <p:cNvSpPr/>
          <p:nvPr/>
        </p:nvSpPr>
        <p:spPr>
          <a:xfrm>
            <a:off x="6775704" y="32278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995160" y="314553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3566160"/>
            <a:ext cx="448056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@app.route("/about")
</a:t>
            </a:r>
            <a:r>
              <a:rPr lang="en-US" sz="135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about():
    return "This is the
            About page"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app, many routes — each URL maps to its own function.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20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DYNAMIC ROUTES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can carry data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977640" cy="1961833"/>
          </a:xfrm>
          <a:prstGeom prst="roundRect">
            <a:avLst>
              <a:gd name="adj" fmla="val 4195"/>
            </a:avLst>
          </a:prstGeom>
          <a:solidFill>
            <a:srgbClr val="1012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848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20848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0848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71600" y="2002536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name.py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23160"/>
            <a:ext cx="3429000" cy="1321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@app.route("/hello/&lt;name&gt;")
</a:t>
            </a:r>
            <a:r>
              <a:rPr lang="en-US" sz="125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hello(name):
    return f"Hello {name}!
            Welcome to my
            website."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892040" y="1965960"/>
            <a:ext cx="4480560" cy="621792"/>
          </a:xfrm>
          <a:prstGeom prst="roundRect">
            <a:avLst>
              <a:gd name="adj" fmla="val 11765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96596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/hello/satya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58775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892040" y="2825496"/>
            <a:ext cx="4480560" cy="621792"/>
          </a:xfrm>
          <a:prstGeom prst="roundRect">
            <a:avLst>
              <a:gd name="adj" fmla="val 11765"/>
            </a:avLst>
          </a:prstGeom>
          <a:solidFill>
            <a:srgbClr val="16213E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2825496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"satya"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344728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892040" y="3685032"/>
            <a:ext cx="4480560" cy="621792"/>
          </a:xfrm>
          <a:prstGeom prst="roundRect">
            <a:avLst>
              <a:gd name="adj" fmla="val 11765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3685032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function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430682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892040" y="4544568"/>
            <a:ext cx="4480560" cy="621792"/>
          </a:xfrm>
          <a:prstGeom prst="roundRect">
            <a:avLst>
              <a:gd name="adj" fmla="val 11765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4544568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comes after /hello/ becomes the name variable.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20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THE POST REQUEST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vs. POST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707624" cy="457200"/>
          </a:xfrm>
          <a:prstGeom prst="roundRect">
            <a:avLst>
              <a:gd name="adj" fmla="val 12000"/>
            </a:avLst>
          </a:prstGeom>
          <a:solidFill>
            <a:srgbClr val="1F2E5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8132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3867912" y="14813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598664" y="14813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993392"/>
            <a:ext cx="10707624" cy="420624"/>
          </a:xfrm>
          <a:prstGeom prst="rect">
            <a:avLst/>
          </a:prstGeom>
          <a:solidFill>
            <a:srgbClr val="1B2A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199339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867912" y="199339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 request data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598664" y="199339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data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414016"/>
            <a:ext cx="10707624" cy="420624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2414016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triggered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67912" y="241401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URL / navigate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598664" y="2414016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/ client sends request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10707624" cy="420624"/>
          </a:xfrm>
          <a:prstGeom prst="rect">
            <a:avLst/>
          </a:prstGeom>
          <a:solidFill>
            <a:srgbClr val="1B2A5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2834640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data goes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867912" y="283464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598664" y="2834640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3255264"/>
            <a:ext cx="10707624" cy="420624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25526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in URL?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867912" y="325526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598664" y="3255264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3675888"/>
            <a:ext cx="10707624" cy="420624"/>
          </a:xfrm>
          <a:prstGeom prst="rect">
            <a:avLst/>
          </a:prstGeom>
          <a:solidFill>
            <a:srgbClr val="1B2A5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3675888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type the URL?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3867912" y="36758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598664" y="367588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4096512"/>
            <a:ext cx="10707624" cy="420624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7240" y="4096512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C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3867912" y="409651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/users?name=satya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598664" y="4096512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/login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48640" y="4773168"/>
            <a:ext cx="5280660" cy="457200"/>
          </a:xfrm>
          <a:prstGeom prst="roundRect">
            <a:avLst>
              <a:gd name="adj" fmla="val 14000"/>
            </a:avLst>
          </a:prstGeom>
          <a:solidFill>
            <a:srgbClr val="1F2E5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49808" y="4773168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→ </a:t>
            </a:r>
            <a:r>
              <a:rPr lang="en-US" sz="115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/users?name=satya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975604" y="4773168"/>
            <a:ext cx="5280660" cy="457200"/>
          </a:xfrm>
          <a:prstGeom prst="roundRect">
            <a:avLst>
              <a:gd name="adj" fmla="val 14000"/>
            </a:avLst>
          </a:prstGeom>
          <a:solidFill>
            <a:srgbClr val="1F2E5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176772" y="4773168"/>
            <a:ext cx="4914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AB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→ </a:t>
            </a:r>
            <a:r>
              <a:rPr lang="en-US" sz="115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/login</a:t>
            </a:r>
            <a:r>
              <a:rPr lang="en-US" sz="1150" dirty="0">
                <a:solidFill>
                  <a:srgbClr val="AAB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(data in body)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486400"/>
            <a:ext cx="1070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asks for something. POST sends something.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THE GET REQUEST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GET: the default request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73736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7373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opens URL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73736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F3F4F8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7373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request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173736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172200" y="173736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7373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 route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41080" y="1737360"/>
            <a:ext cx="320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961120" y="173736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0" y="17373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6766560" cy="1558290"/>
          </a:xfrm>
          <a:prstGeom prst="roundRect">
            <a:avLst>
              <a:gd name="adj" fmla="val 5281"/>
            </a:avLst>
          </a:prstGeom>
          <a:solidFill>
            <a:srgbClr val="1012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32278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7" name="Shape 15"/>
          <p:cNvSpPr/>
          <p:nvPr/>
        </p:nvSpPr>
        <p:spPr>
          <a:xfrm>
            <a:off x="950976" y="32278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8" name="Shape 16"/>
          <p:cNvSpPr/>
          <p:nvPr/>
        </p:nvSpPr>
        <p:spPr>
          <a:xfrm>
            <a:off x="1152144" y="32278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371600" y="3145536"/>
            <a:ext cx="5669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requestget.py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566160"/>
            <a:ext cx="6217920" cy="918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@app.route("/", methods=["GET"])
</a:t>
            </a:r>
            <a:r>
              <a:rPr lang="en-US" sz="14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home():
    return "GET request received!"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35240" y="32461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6352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165592" y="32278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method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8165592" y="3520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browser navigation sends GET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635240" y="40873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63524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165592" y="40690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methods=["GET"]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165592" y="4361688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it explicit in the route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20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HTML FORMS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 form to Flask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943600" cy="3931920"/>
          </a:xfrm>
          <a:prstGeom prst="roundRect">
            <a:avLst>
              <a:gd name="adj" fmla="val 232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5943600" cy="365760"/>
          </a:xfrm>
          <a:prstGeom prst="rect">
            <a:avLst/>
          </a:prstGeom>
          <a:solidFill>
            <a:srgbClr val="E4E6EF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002536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2002536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133856" y="2002536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05840" y="2514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05840" y="324612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88720" y="32461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005840" y="3886200"/>
            <a:ext cx="50292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88720" y="388620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" y="4572000"/>
            <a:ext cx="1645920" cy="502920"/>
          </a:xfrm>
          <a:prstGeom prst="roundRect">
            <a:avLst>
              <a:gd name="adj" fmla="val 14545"/>
            </a:avLst>
          </a:prstGeom>
          <a:solidFill>
            <a:srgbClr val="16213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03720" y="21031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0372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434072" y="2084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&lt;form&gt;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434072" y="2377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the inputs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03720" y="29443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0372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434072" y="29260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&lt;input&gt;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434072" y="32186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each field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03720" y="378561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903720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34072" y="37673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&lt;button&gt;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434072" y="405993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the form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903720" y="462686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903720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④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434072" y="460857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FA3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name="username"</a:t>
            </a:r>
            <a:endParaRPr lang="en-US" sz="1450" dirty="0"/>
          </a:p>
        </p:txBody>
      </p:sp>
      <p:sp>
        <p:nvSpPr>
          <p:cNvPr id="31" name="Text 29"/>
          <p:cNvSpPr txBox="1"/>
          <p:nvPr/>
        </p:nvSpPr>
        <p:spPr>
          <a:xfrm>
            <a:off x="7434072" y="49011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the field to Flask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20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· FORM SUBMISSION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form data go?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2880360"/>
            <a:ext cx="4389120" cy="640080"/>
          </a:xfrm>
          <a:prstGeom prst="roundRect">
            <a:avLst>
              <a:gd name="adj" fmla="val 8571"/>
            </a:avLst>
          </a:prstGeom>
          <a:solidFill>
            <a:srgbClr val="10121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8803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/login?</a:t>
            </a:r>
            <a:r>
              <a:rPr lang="en-US" sz="10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username=satya</a:t>
            </a:r>
            <a:r>
              <a:rPr lang="en-US" sz="105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050" dirty="0">
                <a:solidFill>
                  <a:srgbClr val="F2C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password=1234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8862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URL</a:t>
            </a:r>
            <a:endParaRPr lang="en-US" sz="14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(query parameters, visible)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35040" y="192024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16213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35040" y="2194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0" y="2880360"/>
            <a:ext cx="4389120" cy="640080"/>
          </a:xfrm>
          <a:prstGeom prst="roundRect">
            <a:avLst>
              <a:gd name="adj" fmla="val 8571"/>
            </a:avLst>
          </a:prstGeom>
          <a:solidFill>
            <a:srgbClr val="1F2E5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28803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/login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38862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450" dirty="0">
                <a:solidFill>
                  <a:srgbClr val="AAB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→ Request Body</a:t>
            </a:r>
            <a:endParaRPr lang="en-US" sz="145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450" dirty="0">
                <a:solidFill>
                  <a:srgbClr val="AAB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shown in the URL)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20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· FORM ACTION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vs. action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03520" cy="1361440"/>
          </a:xfrm>
          <a:prstGeom prst="roundRect">
            <a:avLst>
              <a:gd name="adj" fmla="val 6045"/>
            </a:avLst>
          </a:prstGeom>
          <a:solidFill>
            <a:srgbClr val="1012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848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20848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0848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71600" y="200253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login.html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23160"/>
            <a:ext cx="4754880" cy="721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method="POST"
      action="/login"&gt;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5661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5478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353312" y="3840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form sends its data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440740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353312" y="43891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46817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form sends it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9360" y="1783080"/>
            <a:ext cx="4937760" cy="603504"/>
          </a:xfrm>
          <a:prstGeom prst="roundRect">
            <a:avLst>
              <a:gd name="adj" fmla="val 12121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1783080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238658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309360" y="2624328"/>
            <a:ext cx="4937760" cy="603504"/>
          </a:xfrm>
          <a:prstGeom prst="roundRect">
            <a:avLst>
              <a:gd name="adj" fmla="val 12121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2624328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"Login"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322783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309360" y="3465576"/>
            <a:ext cx="4937760" cy="603504"/>
          </a:xfrm>
          <a:prstGeom prst="roundRect">
            <a:avLst>
              <a:gd name="adj" fmla="val 12121"/>
            </a:avLst>
          </a:prstGeom>
          <a:solidFill>
            <a:srgbClr val="16213E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09360" y="3465576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/login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309360" y="406908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309360" y="4306824"/>
            <a:ext cx="4937760" cy="603504"/>
          </a:xfrm>
          <a:prstGeom prst="roundRect">
            <a:avLst>
              <a:gd name="adj" fmla="val 12121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09360" y="4306824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 /login route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· REQUEST.FORM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receives the form data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7315200" cy="2453957"/>
          </a:xfrm>
          <a:prstGeom prst="roundRect">
            <a:avLst>
              <a:gd name="adj" fmla="val 3354"/>
            </a:avLst>
          </a:prstGeom>
          <a:solidFill>
            <a:srgbClr val="1012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848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20848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0848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71600" y="2002536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login.py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23160"/>
            <a:ext cx="6766560" cy="1813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@app.route("/login", methods=["POST"])
def login():
</a:t>
            </a:r>
            <a:r>
              <a:rPr lang="en-US" sz="125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username = request.form.get("username")
    password = request.form.get("password")
</a:t>
            </a:r>
            <a:r>
              <a:rPr lang="en-US" sz="125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    return f"Username: {username},
            Password: {password}"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83880" y="1737360"/>
            <a:ext cx="3429000" cy="530352"/>
          </a:xfrm>
          <a:prstGeom prst="roundRect">
            <a:avLst>
              <a:gd name="adj" fmla="val 13793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1737360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Form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267712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83880" y="2432304"/>
            <a:ext cx="3429000" cy="530352"/>
          </a:xfrm>
          <a:prstGeom prst="roundRect">
            <a:avLst>
              <a:gd name="adj" fmla="val 13793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2432304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/login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2962656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83880" y="3127248"/>
            <a:ext cx="3429000" cy="530352"/>
          </a:xfrm>
          <a:prstGeom prst="roundRect">
            <a:avLst>
              <a:gd name="adj" fmla="val 13793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3127248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Flask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3657600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183880" y="3822192"/>
            <a:ext cx="3429000" cy="530352"/>
          </a:xfrm>
          <a:prstGeom prst="roundRect">
            <a:avLst>
              <a:gd name="adj" fmla="val 13793"/>
            </a:avLst>
          </a:prstGeom>
          <a:solidFill>
            <a:srgbClr val="16213E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83880" y="3822192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request.form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183880" y="435254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183880" y="4517136"/>
            <a:ext cx="3429000" cy="530352"/>
          </a:xfrm>
          <a:prstGeom prst="roundRect">
            <a:avLst>
              <a:gd name="adj" fmla="val 13793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83880" y="4517136"/>
            <a:ext cx="3429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gets the values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20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· RENDER_TEMPLATE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HTML out of Python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can live separately from Python — Flask just loads it when needed.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4480560" cy="2011680"/>
          </a:xfrm>
          <a:prstGeom prst="roundRect">
            <a:avLst>
              <a:gd name="adj" fmla="val 4545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56032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7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
templates/
</a:t>
            </a:r>
            <a:r>
              <a:rPr lang="en-US" sz="17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login.html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526280"/>
            <a:ext cx="5394960" cy="1755140"/>
          </a:xfrm>
          <a:prstGeom prst="roundRect">
            <a:avLst>
              <a:gd name="adj" fmla="val 4689"/>
            </a:avLst>
          </a:prstGeom>
          <a:solidFill>
            <a:srgbClr val="1012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469087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950976" y="469087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152144" y="469087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71600" y="460857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029200"/>
            <a:ext cx="4846320" cy="1115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@app.route("/")
def home():
</a:t>
            </a:r>
            <a:r>
              <a:rPr lang="en-US" sz="13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render_template(
        "login.html")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20840" y="24688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2084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251192" y="24505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251192" y="2743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folder Flask looks in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20840" y="33101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00D9A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20840" y="3310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1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251192" y="3291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render_template()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251192" y="35844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and returns the HTML file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20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· VALIDATION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the data. Now let's check it.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063240" y="1737360"/>
            <a:ext cx="3291840" cy="548640"/>
          </a:xfrm>
          <a:prstGeom prst="roundRect">
            <a:avLst>
              <a:gd name="adj" fmla="val 13333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063240" y="17373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 + password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2286000"/>
            <a:ext cx="0" cy="502920"/>
          </a:xfrm>
          <a:prstGeom prst="line">
            <a:avLst/>
          </a:prstGeom>
          <a:noFill/>
          <a:ln w="19050">
            <a:solidFill>
              <a:srgbClr val="00D9A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09160" y="2286000"/>
            <a:ext cx="1554480" cy="502920"/>
          </a:xfrm>
          <a:prstGeom prst="line">
            <a:avLst/>
          </a:prstGeom>
          <a:noFill/>
          <a:ln w="19050">
            <a:solidFill>
              <a:srgbClr val="00D9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78892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278892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7889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331720" y="3337560"/>
            <a:ext cx="0" cy="502920"/>
          </a:xfrm>
          <a:prstGeom prst="line">
            <a:avLst/>
          </a:prstGeom>
          <a:noFill/>
          <a:ln w="19050">
            <a:solidFill>
              <a:srgbClr val="00D9A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3337560"/>
            <a:ext cx="0" cy="502920"/>
          </a:xfrm>
          <a:prstGeom prst="line">
            <a:avLst/>
          </a:prstGeom>
          <a:noFill/>
          <a:ln w="19050">
            <a:solidFill>
              <a:srgbClr val="00D9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84048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00D9A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3840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384048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3D1F2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0" y="3840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737360" y="4617720"/>
            <a:ext cx="8686800" cy="1282700"/>
          </a:xfrm>
          <a:prstGeom prst="roundRect">
            <a:avLst>
              <a:gd name="adj" fmla="val 6416"/>
            </a:avLst>
          </a:prstGeom>
          <a:solidFill>
            <a:srgbClr val="1012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938528" y="478231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2139696" y="478231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2340864" y="478231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560320" y="4700016"/>
            <a:ext cx="7589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validateforms.py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5120640"/>
            <a:ext cx="813816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username == "admin" and password == "1234":
</a:t>
            </a:r>
            <a:r>
              <a:rPr lang="en-US" sz="14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"Login successful!"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20</a:t>
            </a:r>
            <a:endParaRPr lang="en-US" sz="100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C47E18E-97B1-6A23-73F2-15485C8F1A15}"/>
              </a:ext>
            </a:extLst>
          </p:cNvPr>
          <p:cNvCxnSpPr>
            <a:cxnSpLocks/>
          </p:cNvCxnSpPr>
          <p:nvPr/>
        </p:nvCxnSpPr>
        <p:spPr>
          <a:xfrm flipH="1">
            <a:off x="2560320" y="2286000"/>
            <a:ext cx="502920" cy="5029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C3EE3957-50E0-E7DE-2774-F5188805C204}"/>
              </a:ext>
            </a:extLst>
          </p:cNvPr>
          <p:cNvSpPr/>
          <p:nvPr/>
        </p:nvSpPr>
        <p:spPr>
          <a:xfrm>
            <a:off x="4664228" y="2286000"/>
            <a:ext cx="89863" cy="5486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 · STORAGE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users come from?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1912620"/>
          </a:xfrm>
          <a:prstGeom prst="roundRect">
            <a:avLst>
              <a:gd name="adj" fmla="val 4303"/>
            </a:avLst>
          </a:prstGeom>
          <a:solidFill>
            <a:srgbClr val="1012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848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20848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0848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71600" y="200253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storedict.py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23160"/>
            <a:ext cx="4846320" cy="1272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 = {
    "admin": "1234",
    "satya": "abcd"
}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720840" y="1828800"/>
            <a:ext cx="4892040" cy="548640"/>
          </a:xfrm>
          <a:prstGeom prst="roundRect">
            <a:avLst>
              <a:gd name="adj" fmla="val 13333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20840" y="18288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720840" y="2377440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720840" y="2578608"/>
            <a:ext cx="4892040" cy="548640"/>
          </a:xfrm>
          <a:prstGeom prst="roundRect">
            <a:avLst>
              <a:gd name="adj" fmla="val 13333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20840" y="257860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3127248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720840" y="3328416"/>
            <a:ext cx="4892040" cy="548640"/>
          </a:xfrm>
          <a:prstGeom prst="roundRect">
            <a:avLst>
              <a:gd name="adj" fmla="val 13333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20840" y="3328416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stops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3877056"/>
            <a:ext cx="4892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720840" y="4078224"/>
            <a:ext cx="4892040" cy="54864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20840" y="407822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disappears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 — but it only lives as long as the app is running.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20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13 · SQLITE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that stays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46120" cy="566928"/>
          </a:xfrm>
          <a:prstGeom prst="roundRect">
            <a:avLst>
              <a:gd name="adj" fmla="val 1451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Dictionary  </a:t>
            </a:r>
            <a:r>
              <a:rPr lang="en-US" sz="135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temporary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794760" y="169164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1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51960" y="1691640"/>
            <a:ext cx="3246120" cy="566928"/>
          </a:xfrm>
          <a:prstGeom prst="roundRect">
            <a:avLst>
              <a:gd name="adj" fmla="val 14516"/>
            </a:avLst>
          </a:prstGeom>
          <a:solidFill>
            <a:srgbClr val="16213E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51960" y="169164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  </a:t>
            </a:r>
            <a:r>
              <a:rPr lang="en-US" sz="1350" dirty="0">
                <a:solidFill>
                  <a:srgbClr val="C7CD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persistent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7680960" cy="2306320"/>
          </a:xfrm>
          <a:prstGeom prst="roundRect">
            <a:avLst>
              <a:gd name="adj" fmla="val 3568"/>
            </a:avLst>
          </a:prstGeom>
          <a:solidFill>
            <a:srgbClr val="1012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49808" y="27706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950976" y="27706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1152144" y="27706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71600" y="2688336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sqlconn.py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108960"/>
            <a:ext cx="7132320" cy="166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sqlite3
</a:t>
            </a:r>
            <a:r>
              <a:rPr lang="en-US" sz="16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 = sqlite3.connect("users.db")
</a:t>
            </a:r>
            <a:r>
              <a:rPr lang="en-US" sz="16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conn.close()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20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14 · CREATE TABLE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users table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492240" cy="2385060"/>
          </a:xfrm>
          <a:prstGeom prst="roundRect">
            <a:avLst>
              <a:gd name="adj" fmla="val 3450"/>
            </a:avLst>
          </a:prstGeom>
          <a:solidFill>
            <a:srgbClr val="1012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848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20848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0848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71600" y="2002536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createtable.py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23160"/>
            <a:ext cx="5943600" cy="1744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conn.execute("""
</a:t>
            </a:r>
            <a:r>
              <a:rPr lang="en-US" sz="14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IF NOT EXISTS users (
</a:t>
            </a:r>
            <a:r>
              <a:rPr lang="en-US" sz="14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username TEXT,
    password TEXT
)
""")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52360" y="2194560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52360" y="21945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743200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452360" y="2980944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16213E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52360" y="298094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3529584"/>
            <a:ext cx="4160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452360" y="3767328"/>
            <a:ext cx="4160520" cy="548640"/>
          </a:xfrm>
          <a:prstGeom prst="roundRect">
            <a:avLst>
              <a:gd name="adj" fmla="val 13333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452360" y="376732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table exists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15 · INSERT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user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949440" cy="2011045"/>
          </a:xfrm>
          <a:prstGeom prst="roundRect">
            <a:avLst>
              <a:gd name="adj" fmla="val 4092"/>
            </a:avLst>
          </a:prstGeom>
          <a:solidFill>
            <a:srgbClr val="1012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848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20848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0848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71600" y="2002536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insert.py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23160"/>
            <a:ext cx="6400800" cy="1370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conn.execute(
</a:t>
            </a:r>
            <a:r>
              <a:rPr lang="en-US" sz="13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"INSERT INTO users(username, password)
     VALUES('admin', '1234')"
</a:t>
            </a:r>
            <a:r>
              <a:rPr lang="en-US" sz="13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conn.commit()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18120" y="1783080"/>
            <a:ext cx="3794760" cy="512064"/>
          </a:xfrm>
          <a:prstGeom prst="roundRect">
            <a:avLst>
              <a:gd name="adj" fmla="val 1428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18120" y="1783080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818120" y="2295144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818120" y="2478024"/>
            <a:ext cx="3794760" cy="512064"/>
          </a:xfrm>
          <a:prstGeom prst="roundRect">
            <a:avLst>
              <a:gd name="adj" fmla="val 14286"/>
            </a:avLst>
          </a:prstGeom>
          <a:solidFill>
            <a:srgbClr val="16213E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18120" y="2478024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818120" y="299008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818120" y="3172968"/>
            <a:ext cx="3794760" cy="512064"/>
          </a:xfrm>
          <a:prstGeom prst="roundRect">
            <a:avLst>
              <a:gd name="adj" fmla="val 1428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18120" y="3172968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table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818120" y="3685032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818120" y="3867912"/>
            <a:ext cx="3794760" cy="512064"/>
          </a:xfrm>
          <a:prstGeom prst="roundRect">
            <a:avLst>
              <a:gd name="adj" fmla="val 1428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18120" y="3867912"/>
            <a:ext cx="3794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stored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16 · SELECT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user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309360" cy="2266950"/>
          </a:xfrm>
          <a:prstGeom prst="roundRect">
            <a:avLst>
              <a:gd name="adj" fmla="val 3630"/>
            </a:avLst>
          </a:prstGeom>
          <a:solidFill>
            <a:srgbClr val="10121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84832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2084832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7" name="Shape 5"/>
          <p:cNvSpPr/>
          <p:nvPr/>
        </p:nvSpPr>
        <p:spPr>
          <a:xfrm>
            <a:off x="1152144" y="2084832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71600" y="200253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8A9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select.py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23160"/>
            <a:ext cx="5760720" cy="1626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conn.execute(
</a:t>
            </a:r>
            <a:r>
              <a:rPr lang="en-US" sz="13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"SELECT * FROM users
     WHERE username = 'admin'"
</a:t>
            </a:r>
            <a:r>
              <a:rPr lang="en-US" sz="1300" dirty="0">
                <a:solidFill>
                  <a:srgbClr val="E7E9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r>
              <a:rPr lang="en-US" sz="13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= result.fetchone()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269480" y="1783080"/>
            <a:ext cx="4343400" cy="512064"/>
          </a:xfrm>
          <a:prstGeom prst="roundRect">
            <a:avLst>
              <a:gd name="adj" fmla="val 14286"/>
            </a:avLst>
          </a:prstGeom>
          <a:solidFill>
            <a:srgbClr val="16213E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69480" y="1783080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295144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269480" y="2478024"/>
            <a:ext cx="4343400" cy="512064"/>
          </a:xfrm>
          <a:prstGeom prst="roundRect">
            <a:avLst>
              <a:gd name="adj" fmla="val 1428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69480" y="2478024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user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2990088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269480" y="3172968"/>
            <a:ext cx="4343400" cy="512064"/>
          </a:xfrm>
          <a:prstGeom prst="roundRect">
            <a:avLst>
              <a:gd name="adj" fmla="val 1428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69480" y="3172968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row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269480" y="3685032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269480" y="3867912"/>
            <a:ext cx="4343400" cy="512064"/>
          </a:xfrm>
          <a:prstGeom prst="roundRect">
            <a:avLst>
              <a:gd name="adj" fmla="val 14286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69480" y="3867912"/>
            <a:ext cx="4343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fetchone()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269480" y="4709160"/>
            <a:ext cx="4343400" cy="777240"/>
          </a:xfrm>
          <a:prstGeom prst="roundRect">
            <a:avLst>
              <a:gd name="adj" fmla="val 9412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43800" y="4709160"/>
            <a:ext cx="18059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441180" y="4709160"/>
            <a:ext cx="18059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1234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20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17 · PUTTING IT ALL TOGETHER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Browser Request to Authentication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251960" y="1417320"/>
            <a:ext cx="3657600" cy="438912"/>
          </a:xfrm>
          <a:prstGeom prst="roundRect">
            <a:avLst>
              <a:gd name="adj" fmla="val 16667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251960" y="141732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251960" y="185623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51960" y="1984248"/>
            <a:ext cx="3657600" cy="438912"/>
          </a:xfrm>
          <a:prstGeom prst="roundRect">
            <a:avLst>
              <a:gd name="adj" fmla="val 16667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51960" y="198424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form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51960" y="242316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251960" y="2551176"/>
            <a:ext cx="3657600" cy="438912"/>
          </a:xfrm>
          <a:prstGeom prst="roundRect">
            <a:avLst>
              <a:gd name="adj" fmla="val 16667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51960" y="255117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/login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251960" y="2990088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51960" y="3118104"/>
            <a:ext cx="3657600" cy="438912"/>
          </a:xfrm>
          <a:prstGeom prst="roundRect">
            <a:avLst>
              <a:gd name="adj" fmla="val 16667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3118104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request.form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355701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251960" y="3685032"/>
            <a:ext cx="3657600" cy="438912"/>
          </a:xfrm>
          <a:prstGeom prst="roundRect">
            <a:avLst>
              <a:gd name="adj" fmla="val 16667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51960" y="368503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251960" y="4123944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251960" y="4251960"/>
            <a:ext cx="3657600" cy="438912"/>
          </a:xfrm>
          <a:prstGeom prst="roundRect">
            <a:avLst>
              <a:gd name="adj" fmla="val 16667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51960" y="42519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user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251960" y="4690872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251960" y="4818888"/>
            <a:ext cx="3657600" cy="438912"/>
          </a:xfrm>
          <a:prstGeom prst="roundRect">
            <a:avLst>
              <a:gd name="adj" fmla="val 16667"/>
            </a:avLst>
          </a:prstGeom>
          <a:solidFill>
            <a:srgbClr val="F3F4F8"/>
          </a:solidFill>
          <a:ln w="12700">
            <a:solidFill>
              <a:srgbClr val="DCDF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251960" y="4818888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password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251960" y="5257800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251960" y="5385816"/>
            <a:ext cx="3657600" cy="438912"/>
          </a:xfrm>
          <a:prstGeom prst="roundRect">
            <a:avLst>
              <a:gd name="adj" fmla="val 16667"/>
            </a:avLst>
          </a:prstGeom>
          <a:solidFill>
            <a:srgbClr val="16213E"/>
          </a:solidFill>
          <a:ln w="19050">
            <a:solidFill>
              <a:srgbClr val="00D9A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51960" y="5385816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/ Invalid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646920" y="626364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16213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646920" y="62636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 DEMO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1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20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review of your QR Code">
            <a:extLst>
              <a:ext uri="{FF2B5EF4-FFF2-40B4-BE49-F238E27FC236}">
                <a16:creationId xmlns:a16="http://schemas.microsoft.com/office/drawing/2014/main" id="{7C8A608F-A3D1-DC48-731D-824871EEC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545" y="2184312"/>
            <a:ext cx="2985464" cy="298546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915631C-901B-9BCB-03C7-7D08ED98BD10}"/>
              </a:ext>
            </a:extLst>
          </p:cNvPr>
          <p:cNvSpPr/>
          <p:nvPr/>
        </p:nvSpPr>
        <p:spPr>
          <a:xfrm>
            <a:off x="8303698" y="1284889"/>
            <a:ext cx="2230821" cy="551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Menu - Assignment</a:t>
            </a:r>
            <a:endParaRPr lang="en-IN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4" name="Picture 3" descr="Preview of your QR Code">
            <a:extLst>
              <a:ext uri="{FF2B5EF4-FFF2-40B4-BE49-F238E27FC236}">
                <a16:creationId xmlns:a16="http://schemas.microsoft.com/office/drawing/2014/main" id="{A4C49FD1-245E-076A-7B84-036BC5E36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991" y="2184312"/>
            <a:ext cx="2985464" cy="29854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D5C030D-1576-BD66-86DD-4FB8650EEE96}"/>
              </a:ext>
            </a:extLst>
          </p:cNvPr>
          <p:cNvSpPr/>
          <p:nvPr/>
        </p:nvSpPr>
        <p:spPr>
          <a:xfrm>
            <a:off x="1499563" y="1284889"/>
            <a:ext cx="2230821" cy="551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Flask Skill lab</a:t>
            </a:r>
            <a:endParaRPr lang="en-IN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3545B3-5EB1-113E-DF62-5C13581661D2}"/>
              </a:ext>
            </a:extLst>
          </p:cNvPr>
          <p:cNvSpPr/>
          <p:nvPr/>
        </p:nvSpPr>
        <p:spPr>
          <a:xfrm>
            <a:off x="4592231" y="328447"/>
            <a:ext cx="2230821" cy="551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GitHub Links</a:t>
            </a:r>
            <a:endParaRPr lang="en-IN" sz="2800" dirty="0">
              <a:ln>
                <a:solidFill>
                  <a:schemeClr val="tx1"/>
                </a:solidFill>
              </a:ln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55658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DF6EC-73EF-65F5-839E-212F06580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40FCCE2-A160-0DA9-B89B-E528F64E7F94}"/>
              </a:ext>
            </a:extLst>
          </p:cNvPr>
          <p:cNvSpPr/>
          <p:nvPr/>
        </p:nvSpPr>
        <p:spPr>
          <a:xfrm>
            <a:off x="8303698" y="1284889"/>
            <a:ext cx="2230821" cy="551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Satyendra Nayak K</a:t>
            </a:r>
            <a:endParaRPr lang="en-IN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F74755-765B-8797-846C-73E9B1428697}"/>
              </a:ext>
            </a:extLst>
          </p:cNvPr>
          <p:cNvSpPr/>
          <p:nvPr/>
        </p:nvSpPr>
        <p:spPr>
          <a:xfrm>
            <a:off x="1499563" y="1284889"/>
            <a:ext cx="2230821" cy="551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tx1"/>
                  </a:solidFill>
                </a:ln>
                <a:solidFill>
                  <a:schemeClr val="tx1"/>
                </a:solidFill>
              </a:rPr>
              <a:t>Kavin Krishnan C</a:t>
            </a:r>
            <a:endParaRPr lang="en-IN" dirty="0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09BFB2-EB2F-4BE7-A602-6C66350E84CF}"/>
              </a:ext>
            </a:extLst>
          </p:cNvPr>
          <p:cNvSpPr/>
          <p:nvPr/>
        </p:nvSpPr>
        <p:spPr>
          <a:xfrm>
            <a:off x="4592231" y="328447"/>
            <a:ext cx="2230821" cy="5517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</a:rPr>
              <a:t>Contact</a:t>
            </a:r>
            <a:endParaRPr lang="en-IN" sz="2800" dirty="0">
              <a:ln>
                <a:solidFill>
                  <a:schemeClr val="tx1"/>
                </a:solidFill>
              </a:ln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4A18C1-1B44-EE89-71C9-197396423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83" y="2184312"/>
            <a:ext cx="3657600" cy="3657600"/>
          </a:xfrm>
          <a:prstGeom prst="rect">
            <a:avLst/>
          </a:prstGeom>
        </p:spPr>
      </p:pic>
      <p:pic>
        <p:nvPicPr>
          <p:cNvPr id="9" name="Picture 8" descr="Preview of your QR Code">
            <a:extLst>
              <a:ext uri="{FF2B5EF4-FFF2-40B4-BE49-F238E27FC236}">
                <a16:creationId xmlns:a16="http://schemas.microsoft.com/office/drawing/2014/main" id="{FFDF3694-A5D7-CF1D-4E50-D35627A05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1587" y="2365614"/>
            <a:ext cx="3328101" cy="332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7048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21792" y="2148840"/>
            <a:ext cx="2057400" cy="777240"/>
          </a:xfrm>
          <a:prstGeom prst="roundRect">
            <a:avLst>
              <a:gd name="adj" fmla="val 10588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7512" y="2148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43784" y="2148840"/>
            <a:ext cx="2057400" cy="777240"/>
          </a:xfrm>
          <a:prstGeom prst="roundRect">
            <a:avLst>
              <a:gd name="adj" fmla="val 10588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89504" y="2148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 Routes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65776" y="2148840"/>
            <a:ext cx="2057400" cy="777240"/>
          </a:xfrm>
          <a:prstGeom prst="roundRect">
            <a:avLst>
              <a:gd name="adj" fmla="val 10588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11496" y="2148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287768" y="2148840"/>
            <a:ext cx="2057400" cy="777240"/>
          </a:xfrm>
          <a:prstGeom prst="roundRect">
            <a:avLst>
              <a:gd name="adj" fmla="val 10588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33488" y="2148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09760" y="2148840"/>
            <a:ext cx="2057400" cy="777240"/>
          </a:xfrm>
          <a:prstGeom prst="roundRect">
            <a:avLst>
              <a:gd name="adj" fmla="val 10588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55480" y="214884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" y="3108960"/>
            <a:ext cx="2057400" cy="777240"/>
          </a:xfrm>
          <a:prstGeom prst="roundRect">
            <a:avLst>
              <a:gd name="adj" fmla="val 10588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" y="31089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request.form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843784" y="3108960"/>
            <a:ext cx="2057400" cy="777240"/>
          </a:xfrm>
          <a:prstGeom prst="roundRect">
            <a:avLst>
              <a:gd name="adj" fmla="val 10588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889504" y="31089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65776" y="3108960"/>
            <a:ext cx="2057400" cy="777240"/>
          </a:xfrm>
          <a:prstGeom prst="roundRect">
            <a:avLst>
              <a:gd name="adj" fmla="val 10588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11496" y="31089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287768" y="3108960"/>
            <a:ext cx="2057400" cy="777240"/>
          </a:xfrm>
          <a:prstGeom prst="roundRect">
            <a:avLst>
              <a:gd name="adj" fmla="val 10588"/>
            </a:avLst>
          </a:prstGeom>
          <a:solidFill>
            <a:srgbClr val="1F2E52"/>
          </a:solidFill>
          <a:ln w="12700">
            <a:solidFill>
              <a:srgbClr val="2C3A6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33488" y="31089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/ Select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509760" y="3108960"/>
            <a:ext cx="2057400" cy="777240"/>
          </a:xfrm>
          <a:prstGeom prst="roundRect">
            <a:avLst>
              <a:gd name="adj" fmla="val 10588"/>
            </a:avLst>
          </a:prstGeom>
          <a:solidFill>
            <a:srgbClr val="1F2E52"/>
          </a:solidFill>
          <a:ln w="12700">
            <a:solidFill>
              <a:srgbClr val="00D9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555480" y="31089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617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B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build something.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46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1280</Words>
  <Application>Microsoft Office PowerPoint</Application>
  <PresentationFormat>Widescreen</PresentationFormat>
  <Paragraphs>334</Paragraphs>
  <Slides>26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Satya Narayana</cp:lastModifiedBy>
  <cp:revision>2</cp:revision>
  <dcterms:created xsi:type="dcterms:W3CDTF">2026-08-30T11:29:21Z</dcterms:created>
  <dcterms:modified xsi:type="dcterms:W3CDTF">2026-08-31T05:49:13Z</dcterms:modified>
</cp:coreProperties>
</file>